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6118800" cy="361188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76">
          <p15:clr>
            <a:srgbClr val="A4A3A4"/>
          </p15:clr>
        </p15:guide>
        <p15:guide id="2" pos="113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0000"/>
    <a:srgbClr val="003300"/>
    <a:srgbClr val="975329"/>
    <a:srgbClr val="FF00FF"/>
    <a:srgbClr val="008000"/>
    <a:srgbClr val="FF6600"/>
    <a:srgbClr val="7E68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885" autoAdjust="0"/>
  </p:normalViewPr>
  <p:slideViewPr>
    <p:cSldViewPr>
      <p:cViewPr varScale="1">
        <p:scale>
          <a:sx n="12" d="100"/>
          <a:sy n="12" d="100"/>
        </p:scale>
        <p:origin x="1864" y="128"/>
      </p:cViewPr>
      <p:guideLst>
        <p:guide orient="horz" pos="11376"/>
        <p:guide pos="113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07C76BE-5F36-4679-9FC4-9330FB4AD15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1956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6088" y="685800"/>
            <a:ext cx="3427412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0549832-4F32-4E05-B50D-A77F1ECD090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25218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1EABEE-4E05-4332-B95F-A78D105DECBB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dirty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747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8275" y="11220450"/>
            <a:ext cx="30702250" cy="7742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18138" y="20467638"/>
            <a:ext cx="25282525" cy="922972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74C64B-F2E0-4FEE-9F0D-06DA44DB88F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429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C7280-D8FD-4F95-A67D-040DAB4249B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932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2738" y="23209250"/>
            <a:ext cx="30700662" cy="717391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2738" y="15308263"/>
            <a:ext cx="30700662" cy="79009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CCB97-F231-4D1B-B243-098BC5F2295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077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06575" y="8428038"/>
            <a:ext cx="16176625" cy="23836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135600" y="8428038"/>
            <a:ext cx="16176625" cy="23836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A699E-E19D-4409-A5E0-0253CB00700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834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75" y="8085138"/>
            <a:ext cx="15957550" cy="3368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75" y="11453813"/>
            <a:ext cx="15957550" cy="20810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348325" y="8085138"/>
            <a:ext cx="15963900" cy="3368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348325" y="11453813"/>
            <a:ext cx="15963900" cy="20810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E19A8-9065-4ED4-9289-8C16C7C8488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7395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C5EDE-118B-429C-A2CB-EB78C5B2574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145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62990-87A1-4D4A-8027-7ECF0A5484A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978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75" y="1438275"/>
            <a:ext cx="11882438" cy="61198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20813" y="1438275"/>
            <a:ext cx="20191412" cy="30826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6575" y="7558088"/>
            <a:ext cx="11882438" cy="247062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B75A32-6496-4B0B-9A95-12EC28F411C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1433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0250" y="25282525"/>
            <a:ext cx="21670963" cy="29860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080250" y="3227388"/>
            <a:ext cx="21670963" cy="216709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0250" y="28268613"/>
            <a:ext cx="21670963" cy="42386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87AA9-C437-47F2-AB2A-1EB7B69DEA9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0581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B0DBA-440D-44D9-9408-F84E857DB8A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218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85813" y="1446213"/>
            <a:ext cx="8126412" cy="308181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06575" y="1446213"/>
            <a:ext cx="24226838" cy="30818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8B715-E443-40E4-87A0-BFF7322BFAF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4618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06575" y="1446213"/>
            <a:ext cx="3250565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2778" tIns="206389" rIns="412778" bIns="2063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6575" y="8428038"/>
            <a:ext cx="32505650" cy="2383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2778" tIns="206389" rIns="412778" bIns="2063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806575" y="32891413"/>
            <a:ext cx="8426450" cy="25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2778" tIns="206389" rIns="412778" bIns="2063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341225" y="32891413"/>
            <a:ext cx="11436350" cy="25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2778" tIns="206389" rIns="412778" bIns="206389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885775" y="32891413"/>
            <a:ext cx="8426450" cy="25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2778" tIns="206389" rIns="412778" bIns="2063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300"/>
            </a:lvl1pPr>
          </a:lstStyle>
          <a:p>
            <a:pPr>
              <a:defRPr/>
            </a:pPr>
            <a:fld id="{D18E2122-72A5-4081-A83D-B1407669510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27500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127500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Arial" charset="0"/>
        </a:defRPr>
      </a:lvl2pPr>
      <a:lvl3pPr algn="ctr" defTabSz="4127500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Arial" charset="0"/>
        </a:defRPr>
      </a:lvl3pPr>
      <a:lvl4pPr algn="ctr" defTabSz="4127500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Arial" charset="0"/>
        </a:defRPr>
      </a:lvl4pPr>
      <a:lvl5pPr algn="ctr" defTabSz="4127500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Arial" charset="0"/>
        </a:defRPr>
      </a:lvl5pPr>
      <a:lvl6pPr marL="457200" algn="ctr" defTabSz="4127500" rtl="0" fontAlgn="base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Arial" charset="0"/>
        </a:defRPr>
      </a:lvl6pPr>
      <a:lvl7pPr marL="914400" algn="ctr" defTabSz="4127500" rtl="0" fontAlgn="base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Arial" charset="0"/>
        </a:defRPr>
      </a:lvl7pPr>
      <a:lvl8pPr marL="1371600" algn="ctr" defTabSz="4127500" rtl="0" fontAlgn="base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Arial" charset="0"/>
        </a:defRPr>
      </a:lvl8pPr>
      <a:lvl9pPr marL="1828800" algn="ctr" defTabSz="4127500" rtl="0" fontAlgn="base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Arial" charset="0"/>
        </a:defRPr>
      </a:lvl9pPr>
    </p:titleStyle>
    <p:bodyStyle>
      <a:lvl1pPr marL="1547813" indent="-1547813" algn="l" defTabSz="4127500" rtl="0" eaLnBrk="0" fontAlgn="base" hangingPunct="0">
        <a:spcBef>
          <a:spcPct val="20000"/>
        </a:spcBef>
        <a:spcAft>
          <a:spcPct val="0"/>
        </a:spcAft>
        <a:buChar char="•"/>
        <a:defRPr sz="14400">
          <a:solidFill>
            <a:schemeClr val="tx1"/>
          </a:solidFill>
          <a:latin typeface="+mn-lt"/>
          <a:ea typeface="+mn-ea"/>
          <a:cs typeface="+mn-cs"/>
        </a:defRPr>
      </a:lvl1pPr>
      <a:lvl2pPr marL="3354388" indent="-1290638" algn="l" defTabSz="4127500" rtl="0" eaLnBrk="0" fontAlgn="base" hangingPunct="0">
        <a:spcBef>
          <a:spcPct val="20000"/>
        </a:spcBef>
        <a:spcAft>
          <a:spcPct val="0"/>
        </a:spcAft>
        <a:buChar char="–"/>
        <a:defRPr sz="12600">
          <a:solidFill>
            <a:schemeClr val="tx1"/>
          </a:solidFill>
          <a:latin typeface="+mn-lt"/>
        </a:defRPr>
      </a:lvl2pPr>
      <a:lvl3pPr marL="5159375" indent="-1031875" algn="l" defTabSz="4127500" rtl="0" eaLnBrk="0" fontAlgn="base" hangingPunct="0">
        <a:spcBef>
          <a:spcPct val="20000"/>
        </a:spcBef>
        <a:spcAft>
          <a:spcPct val="0"/>
        </a:spcAft>
        <a:buChar char="•"/>
        <a:defRPr sz="10800">
          <a:solidFill>
            <a:schemeClr val="tx1"/>
          </a:solidFill>
          <a:latin typeface="+mn-lt"/>
        </a:defRPr>
      </a:lvl3pPr>
      <a:lvl4pPr marL="7223125" indent="-1031875" algn="l" defTabSz="4127500" rtl="0" eaLnBrk="0" fontAlgn="base" hangingPunct="0">
        <a:spcBef>
          <a:spcPct val="20000"/>
        </a:spcBef>
        <a:spcAft>
          <a:spcPct val="0"/>
        </a:spcAft>
        <a:buChar char="–"/>
        <a:defRPr sz="9000">
          <a:solidFill>
            <a:schemeClr val="tx1"/>
          </a:solidFill>
          <a:latin typeface="+mn-lt"/>
        </a:defRPr>
      </a:lvl4pPr>
      <a:lvl5pPr marL="9286875" indent="-1031875" algn="l" defTabSz="4127500" rtl="0" eaLnBrk="0" fontAlgn="base" hangingPunct="0">
        <a:spcBef>
          <a:spcPct val="20000"/>
        </a:spcBef>
        <a:spcAft>
          <a:spcPct val="0"/>
        </a:spcAft>
        <a:buChar char="»"/>
        <a:defRPr sz="9000">
          <a:solidFill>
            <a:schemeClr val="tx1"/>
          </a:solidFill>
          <a:latin typeface="+mn-lt"/>
        </a:defRPr>
      </a:lvl5pPr>
      <a:lvl6pPr marL="9744075" indent="-1031875" algn="l" defTabSz="4127500" rtl="0" fontAlgn="base">
        <a:spcBef>
          <a:spcPct val="20000"/>
        </a:spcBef>
        <a:spcAft>
          <a:spcPct val="0"/>
        </a:spcAft>
        <a:buChar char="»"/>
        <a:defRPr sz="9000">
          <a:solidFill>
            <a:schemeClr val="tx1"/>
          </a:solidFill>
          <a:latin typeface="+mn-lt"/>
        </a:defRPr>
      </a:lvl6pPr>
      <a:lvl7pPr marL="10201275" indent="-1031875" algn="l" defTabSz="4127500" rtl="0" fontAlgn="base">
        <a:spcBef>
          <a:spcPct val="20000"/>
        </a:spcBef>
        <a:spcAft>
          <a:spcPct val="0"/>
        </a:spcAft>
        <a:buChar char="»"/>
        <a:defRPr sz="9000">
          <a:solidFill>
            <a:schemeClr val="tx1"/>
          </a:solidFill>
          <a:latin typeface="+mn-lt"/>
        </a:defRPr>
      </a:lvl7pPr>
      <a:lvl8pPr marL="10658475" indent="-1031875" algn="l" defTabSz="4127500" rtl="0" fontAlgn="base">
        <a:spcBef>
          <a:spcPct val="20000"/>
        </a:spcBef>
        <a:spcAft>
          <a:spcPct val="0"/>
        </a:spcAft>
        <a:buChar char="»"/>
        <a:defRPr sz="9000">
          <a:solidFill>
            <a:schemeClr val="tx1"/>
          </a:solidFill>
          <a:latin typeface="+mn-lt"/>
        </a:defRPr>
      </a:lvl8pPr>
      <a:lvl9pPr marL="11115675" indent="-1031875" algn="l" defTabSz="4127500" rtl="0" fontAlgn="base">
        <a:spcBef>
          <a:spcPct val="20000"/>
        </a:spcBef>
        <a:spcAft>
          <a:spcPct val="0"/>
        </a:spcAft>
        <a:buChar char="»"/>
        <a:defRPr sz="9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34"/>
          <p:cNvSpPr>
            <a:spLocks noChangeArrowheads="1"/>
          </p:cNvSpPr>
          <p:nvPr/>
        </p:nvSpPr>
        <p:spPr bwMode="auto">
          <a:xfrm>
            <a:off x="18426113" y="4656138"/>
            <a:ext cx="17478375" cy="28875037"/>
          </a:xfrm>
          <a:prstGeom prst="roundRect">
            <a:avLst>
              <a:gd name="adj" fmla="val 255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IN" altLang="en-US" sz="2800" dirty="0"/>
          </a:p>
        </p:txBody>
      </p:sp>
      <p:sp>
        <p:nvSpPr>
          <p:cNvPr id="4099" name="AutoShape 73"/>
          <p:cNvSpPr>
            <a:spLocks noChangeArrowheads="1"/>
          </p:cNvSpPr>
          <p:nvPr/>
        </p:nvSpPr>
        <p:spPr bwMode="auto">
          <a:xfrm>
            <a:off x="171450" y="33916937"/>
            <a:ext cx="35413950" cy="20021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00" name="AutoShape 7"/>
          <p:cNvSpPr>
            <a:spLocks noChangeArrowheads="1"/>
          </p:cNvSpPr>
          <p:nvPr/>
        </p:nvSpPr>
        <p:spPr bwMode="auto">
          <a:xfrm>
            <a:off x="171450" y="152400"/>
            <a:ext cx="35680650" cy="4291013"/>
          </a:xfrm>
          <a:prstGeom prst="roundRect">
            <a:avLst>
              <a:gd name="adj" fmla="val 10514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01" name="AutoShape 8"/>
          <p:cNvSpPr>
            <a:spLocks noChangeArrowheads="1"/>
          </p:cNvSpPr>
          <p:nvPr/>
        </p:nvSpPr>
        <p:spPr bwMode="auto">
          <a:xfrm>
            <a:off x="271463" y="4662488"/>
            <a:ext cx="17964150" cy="28875037"/>
          </a:xfrm>
          <a:prstGeom prst="roundRect">
            <a:avLst>
              <a:gd name="adj" fmla="val 255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3600" dirty="0"/>
          </a:p>
        </p:txBody>
      </p:sp>
      <p:sp>
        <p:nvSpPr>
          <p:cNvPr id="4102" name="Text Box 4"/>
          <p:cNvSpPr txBox="1">
            <a:spLocks noChangeArrowheads="1"/>
          </p:cNvSpPr>
          <p:nvPr/>
        </p:nvSpPr>
        <p:spPr bwMode="auto">
          <a:xfrm>
            <a:off x="4191000" y="914400"/>
            <a:ext cx="28956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4400" b="1" dirty="0">
                <a:solidFill>
                  <a:srgbClr val="990000"/>
                </a:solidFill>
              </a:rPr>
              <a:t>Title of the project</a:t>
            </a:r>
            <a:endParaRPr lang="en-US" altLang="en-US" sz="4000" b="1" dirty="0">
              <a:solidFill>
                <a:srgbClr val="527050"/>
              </a:solidFill>
              <a:latin typeface="Tahoma" panose="020B0604030504040204" pitchFamily="34" charset="0"/>
            </a:endParaRPr>
          </a:p>
        </p:txBody>
      </p:sp>
      <p:sp>
        <p:nvSpPr>
          <p:cNvPr id="4103" name="Text Box 5"/>
          <p:cNvSpPr txBox="1">
            <a:spLocks noChangeArrowheads="1"/>
          </p:cNvSpPr>
          <p:nvPr/>
        </p:nvSpPr>
        <p:spPr bwMode="auto">
          <a:xfrm>
            <a:off x="4343400" y="1949450"/>
            <a:ext cx="28851225" cy="200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 sz="4400" dirty="0">
                <a:solidFill>
                  <a:srgbClr val="0000FF"/>
                </a:solidFill>
              </a:rPr>
              <a:t>Student Name: USN</a:t>
            </a:r>
            <a:endParaRPr lang="en-US" altLang="en-US" sz="4400" dirty="0">
              <a:solidFill>
                <a:srgbClr val="975329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v-SE" altLang="en-US" sz="4000" b="1" dirty="0">
                <a:latin typeface="Trebuchet MS" panose="020B0603020202020204" pitchFamily="34" charset="0"/>
              </a:rPr>
              <a:t>B.E.in AIML, Department of Artificial Intelligence and Machine Learning</a:t>
            </a:r>
            <a:endParaRPr lang="en-US" altLang="en-US" sz="4000" b="1" dirty="0">
              <a:latin typeface="Trebuchet MS" panose="020B0603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latin typeface="Trebuchet MS" panose="020B0603020202020204" pitchFamily="34" charset="0"/>
              </a:rPr>
              <a:t>R.V College of Engineering, Bangalore – 560059, INDIA</a:t>
            </a:r>
          </a:p>
        </p:txBody>
      </p:sp>
      <p:sp>
        <p:nvSpPr>
          <p:cNvPr id="4104" name="Rectangle 20"/>
          <p:cNvSpPr>
            <a:spLocks/>
          </p:cNvSpPr>
          <p:nvPr/>
        </p:nvSpPr>
        <p:spPr bwMode="auto">
          <a:xfrm>
            <a:off x="18745200" y="27813000"/>
            <a:ext cx="168402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600"/>
              </a:spcBef>
              <a:buFontTx/>
              <a:buBlip>
                <a:blip r:embed="rId4"/>
              </a:buBlip>
            </a:pPr>
            <a:endParaRPr lang="en-US" altLang="en-US" sz="2600" dirty="0">
              <a:solidFill>
                <a:srgbClr val="003300"/>
              </a:solidFill>
              <a:latin typeface="Georgia" panose="02040502050405020303" pitchFamily="18" charset="0"/>
            </a:endParaRPr>
          </a:p>
        </p:txBody>
      </p:sp>
      <p:sp>
        <p:nvSpPr>
          <p:cNvPr id="4105" name="Text Box 33"/>
          <p:cNvSpPr txBox="1">
            <a:spLocks noChangeArrowheads="1"/>
          </p:cNvSpPr>
          <p:nvPr/>
        </p:nvSpPr>
        <p:spPr bwMode="auto">
          <a:xfrm>
            <a:off x="762000" y="4876800"/>
            <a:ext cx="15773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990000"/>
                </a:solidFill>
                <a:latin typeface="Comic Sans MS" panose="030F0702030302020204" pitchFamily="66" charset="0"/>
              </a:rPr>
              <a:t>Introduction to the topic </a:t>
            </a:r>
          </a:p>
        </p:txBody>
      </p:sp>
      <p:sp>
        <p:nvSpPr>
          <p:cNvPr id="4106" name="Text Box 37"/>
          <p:cNvSpPr txBox="1">
            <a:spLocks noChangeArrowheads="1"/>
          </p:cNvSpPr>
          <p:nvPr/>
        </p:nvSpPr>
        <p:spPr bwMode="auto">
          <a:xfrm>
            <a:off x="457200" y="34061400"/>
            <a:ext cx="5943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990000"/>
                </a:solidFill>
                <a:latin typeface="Comic Sans MS" panose="030F0702030302020204" pitchFamily="66" charset="0"/>
              </a:rPr>
              <a:t>Acknowledgements</a:t>
            </a:r>
          </a:p>
        </p:txBody>
      </p:sp>
      <p:sp>
        <p:nvSpPr>
          <p:cNvPr id="4107" name="Text Box 44"/>
          <p:cNvSpPr txBox="1">
            <a:spLocks noChangeArrowheads="1"/>
          </p:cNvSpPr>
          <p:nvPr/>
        </p:nvSpPr>
        <p:spPr bwMode="auto">
          <a:xfrm>
            <a:off x="762000" y="5418138"/>
            <a:ext cx="166608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sz="24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.</a:t>
            </a:r>
            <a:endParaRPr lang="en-US" altLang="en-US" sz="2400" dirty="0">
              <a:latin typeface="Georgia" panose="02040502050405020303" pitchFamily="18" charset="0"/>
            </a:endParaRPr>
          </a:p>
        </p:txBody>
      </p:sp>
      <p:sp>
        <p:nvSpPr>
          <p:cNvPr id="4108" name="Rectangle 55"/>
          <p:cNvSpPr>
            <a:spLocks noChangeArrowheads="1"/>
          </p:cNvSpPr>
          <p:nvPr/>
        </p:nvSpPr>
        <p:spPr bwMode="auto">
          <a:xfrm>
            <a:off x="-838200" y="0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09" name="Rectangle 7"/>
          <p:cNvSpPr>
            <a:spLocks noChangeArrowheads="1"/>
          </p:cNvSpPr>
          <p:nvPr/>
        </p:nvSpPr>
        <p:spPr bwMode="auto">
          <a:xfrm>
            <a:off x="838200" y="1956752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111" name="Rectangle 79"/>
          <p:cNvSpPr>
            <a:spLocks noChangeArrowheads="1"/>
          </p:cNvSpPr>
          <p:nvPr/>
        </p:nvSpPr>
        <p:spPr bwMode="auto">
          <a:xfrm>
            <a:off x="0" y="0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12" name="Rectangle 81"/>
          <p:cNvSpPr>
            <a:spLocks noChangeArrowheads="1"/>
          </p:cNvSpPr>
          <p:nvPr/>
        </p:nvSpPr>
        <p:spPr bwMode="auto">
          <a:xfrm>
            <a:off x="0" y="17940338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13" name="Rectangle 85"/>
          <p:cNvSpPr>
            <a:spLocks noChangeArrowheads="1"/>
          </p:cNvSpPr>
          <p:nvPr/>
        </p:nvSpPr>
        <p:spPr bwMode="auto">
          <a:xfrm>
            <a:off x="0" y="17816513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14" name="Rectangle 87"/>
          <p:cNvSpPr>
            <a:spLocks noChangeArrowheads="1"/>
          </p:cNvSpPr>
          <p:nvPr/>
        </p:nvSpPr>
        <p:spPr bwMode="auto">
          <a:xfrm>
            <a:off x="0" y="17816513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15" name="Text Box 133"/>
          <p:cNvSpPr txBox="1">
            <a:spLocks noChangeArrowheads="1"/>
          </p:cNvSpPr>
          <p:nvPr/>
        </p:nvSpPr>
        <p:spPr bwMode="auto">
          <a:xfrm>
            <a:off x="18745200" y="31089600"/>
            <a:ext cx="13944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>
              <a:solidFill>
                <a:schemeClr val="accent2"/>
              </a:solidFill>
              <a:latin typeface="Georgia" panose="02040502050405020303" pitchFamily="18" charset="0"/>
            </a:endParaRPr>
          </a:p>
        </p:txBody>
      </p:sp>
      <p:sp>
        <p:nvSpPr>
          <p:cNvPr id="4116" name="Text Box 148"/>
          <p:cNvSpPr txBox="1">
            <a:spLocks noChangeArrowheads="1"/>
          </p:cNvSpPr>
          <p:nvPr/>
        </p:nvSpPr>
        <p:spPr bwMode="auto">
          <a:xfrm>
            <a:off x="10058400" y="31318200"/>
            <a:ext cx="23622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600" dirty="0">
              <a:solidFill>
                <a:schemeClr val="bg2"/>
              </a:solidFill>
              <a:latin typeface="Georgia" panose="02040502050405020303" pitchFamily="18" charset="0"/>
            </a:endParaRPr>
          </a:p>
        </p:txBody>
      </p:sp>
      <p:sp>
        <p:nvSpPr>
          <p:cNvPr id="4117" name="Rectangle 155"/>
          <p:cNvSpPr>
            <a:spLocks noChangeArrowheads="1"/>
          </p:cNvSpPr>
          <p:nvPr/>
        </p:nvSpPr>
        <p:spPr bwMode="auto">
          <a:xfrm>
            <a:off x="0" y="17940338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18" name="Rectangle 157"/>
          <p:cNvSpPr>
            <a:spLocks noChangeArrowheads="1"/>
          </p:cNvSpPr>
          <p:nvPr/>
        </p:nvSpPr>
        <p:spPr bwMode="auto">
          <a:xfrm>
            <a:off x="0" y="17940338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19" name="Text Box 159"/>
          <p:cNvSpPr txBox="1">
            <a:spLocks noChangeArrowheads="1"/>
          </p:cNvSpPr>
          <p:nvPr/>
        </p:nvSpPr>
        <p:spPr bwMode="auto">
          <a:xfrm>
            <a:off x="22326600" y="7664450"/>
            <a:ext cx="23622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600" dirty="0">
              <a:solidFill>
                <a:schemeClr val="bg2"/>
              </a:solidFill>
              <a:latin typeface="Georgia" panose="02040502050405020303" pitchFamily="18" charset="0"/>
            </a:endParaRPr>
          </a:p>
        </p:txBody>
      </p:sp>
      <p:sp>
        <p:nvSpPr>
          <p:cNvPr id="4120" name="Text Box 160"/>
          <p:cNvSpPr txBox="1">
            <a:spLocks noChangeArrowheads="1"/>
          </p:cNvSpPr>
          <p:nvPr/>
        </p:nvSpPr>
        <p:spPr bwMode="auto">
          <a:xfrm>
            <a:off x="28803600" y="7696200"/>
            <a:ext cx="23622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600" dirty="0">
              <a:solidFill>
                <a:schemeClr val="bg2"/>
              </a:solidFill>
              <a:latin typeface="Georgia" panose="02040502050405020303" pitchFamily="18" charset="0"/>
            </a:endParaRPr>
          </a:p>
        </p:txBody>
      </p:sp>
      <p:sp>
        <p:nvSpPr>
          <p:cNvPr id="4121" name="Text Box 29"/>
          <p:cNvSpPr txBox="1">
            <a:spLocks noChangeArrowheads="1"/>
          </p:cNvSpPr>
          <p:nvPr/>
        </p:nvSpPr>
        <p:spPr bwMode="auto">
          <a:xfrm>
            <a:off x="749300" y="6172200"/>
            <a:ext cx="5311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990000"/>
                </a:solidFill>
                <a:latin typeface="Comic Sans MS" panose="030F0702030302020204" pitchFamily="66" charset="0"/>
              </a:rPr>
              <a:t>Objectives</a:t>
            </a:r>
          </a:p>
        </p:txBody>
      </p:sp>
      <p:sp>
        <p:nvSpPr>
          <p:cNvPr id="4122" name="Rectangle 90"/>
          <p:cNvSpPr>
            <a:spLocks noChangeArrowheads="1"/>
          </p:cNvSpPr>
          <p:nvPr/>
        </p:nvSpPr>
        <p:spPr bwMode="auto">
          <a:xfrm>
            <a:off x="0" y="0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8100" dirty="0"/>
          </a:p>
        </p:txBody>
      </p:sp>
      <p:sp>
        <p:nvSpPr>
          <p:cNvPr id="4125" name="Rectangle 173"/>
          <p:cNvSpPr>
            <a:spLocks noChangeArrowheads="1"/>
          </p:cNvSpPr>
          <p:nvPr/>
        </p:nvSpPr>
        <p:spPr bwMode="auto">
          <a:xfrm>
            <a:off x="0" y="0"/>
            <a:ext cx="3611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8100" dirty="0"/>
          </a:p>
        </p:txBody>
      </p:sp>
      <p:sp>
        <p:nvSpPr>
          <p:cNvPr id="4126" name="Rectangle 174"/>
          <p:cNvSpPr>
            <a:spLocks noChangeArrowheads="1"/>
          </p:cNvSpPr>
          <p:nvPr/>
        </p:nvSpPr>
        <p:spPr bwMode="auto">
          <a:xfrm>
            <a:off x="0" y="3295650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27" name="Rectangle 178"/>
          <p:cNvSpPr>
            <a:spLocks noChangeArrowheads="1"/>
          </p:cNvSpPr>
          <p:nvPr/>
        </p:nvSpPr>
        <p:spPr bwMode="auto">
          <a:xfrm>
            <a:off x="457200" y="2333625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8100" dirty="0"/>
          </a:p>
        </p:txBody>
      </p:sp>
      <p:sp>
        <p:nvSpPr>
          <p:cNvPr id="4128" name="Rectangle 179"/>
          <p:cNvSpPr>
            <a:spLocks noChangeArrowheads="1"/>
          </p:cNvSpPr>
          <p:nvPr/>
        </p:nvSpPr>
        <p:spPr bwMode="auto">
          <a:xfrm>
            <a:off x="457200" y="4038600"/>
            <a:ext cx="36118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100" dirty="0"/>
          </a:p>
        </p:txBody>
      </p:sp>
      <p:sp>
        <p:nvSpPr>
          <p:cNvPr id="4129" name="TextBox 133"/>
          <p:cNvSpPr txBox="1">
            <a:spLocks noChangeArrowheads="1"/>
          </p:cNvSpPr>
          <p:nvPr/>
        </p:nvSpPr>
        <p:spPr bwMode="auto">
          <a:xfrm>
            <a:off x="18770600" y="4995863"/>
            <a:ext cx="5391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Comic Sans MS" panose="030F0702030302020204" pitchFamily="66" charset="0"/>
              </a:rPr>
              <a:t>Results and Discussions</a:t>
            </a:r>
            <a:endParaRPr lang="en-US" altLang="en-US" sz="3200" dirty="0"/>
          </a:p>
        </p:txBody>
      </p:sp>
      <p:sp>
        <p:nvSpPr>
          <p:cNvPr id="4133" name="TextBox 23"/>
          <p:cNvSpPr txBox="1">
            <a:spLocks noChangeArrowheads="1"/>
          </p:cNvSpPr>
          <p:nvPr/>
        </p:nvSpPr>
        <p:spPr bwMode="auto">
          <a:xfrm>
            <a:off x="3686175" y="162306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a)</a:t>
            </a:r>
            <a:endParaRPr lang="en-IN" altLang="en-US" sz="3200" dirty="0">
              <a:solidFill>
                <a:schemeClr val="bg1"/>
              </a:solidFill>
            </a:endParaRPr>
          </a:p>
        </p:txBody>
      </p:sp>
      <p:sp>
        <p:nvSpPr>
          <p:cNvPr id="4134" name="TextBox 164"/>
          <p:cNvSpPr txBox="1">
            <a:spLocks noChangeArrowheads="1"/>
          </p:cNvSpPr>
          <p:nvPr/>
        </p:nvSpPr>
        <p:spPr bwMode="auto">
          <a:xfrm>
            <a:off x="14043025" y="16254413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b)</a:t>
            </a:r>
            <a:endParaRPr lang="en-IN" altLang="en-US" sz="3200" dirty="0">
              <a:solidFill>
                <a:schemeClr val="bg1"/>
              </a:solidFill>
            </a:endParaRPr>
          </a:p>
        </p:txBody>
      </p:sp>
      <p:sp>
        <p:nvSpPr>
          <p:cNvPr id="4135" name="TextBox 165"/>
          <p:cNvSpPr txBox="1">
            <a:spLocks noChangeArrowheads="1"/>
          </p:cNvSpPr>
          <p:nvPr/>
        </p:nvSpPr>
        <p:spPr bwMode="auto">
          <a:xfrm>
            <a:off x="17198975" y="16267113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c)</a:t>
            </a:r>
            <a:endParaRPr lang="en-IN" altLang="en-US" sz="3200" dirty="0">
              <a:solidFill>
                <a:schemeClr val="bg1"/>
              </a:solidFill>
            </a:endParaRPr>
          </a:p>
        </p:txBody>
      </p:sp>
      <p:sp>
        <p:nvSpPr>
          <p:cNvPr id="4140" name="Text Box 29"/>
          <p:cNvSpPr txBox="1">
            <a:spLocks noChangeArrowheads="1"/>
          </p:cNvSpPr>
          <p:nvPr/>
        </p:nvSpPr>
        <p:spPr bwMode="auto">
          <a:xfrm>
            <a:off x="457200" y="11673573"/>
            <a:ext cx="9891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27500"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2750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275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275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275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275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3600" b="1" dirty="0">
                <a:solidFill>
                  <a:srgbClr val="990000"/>
                </a:solidFill>
                <a:latin typeface="Comic Sans MS" panose="030F0702030302020204" pitchFamily="66" charset="0"/>
              </a:rPr>
              <a:t>Methodology</a:t>
            </a:r>
          </a:p>
        </p:txBody>
      </p:sp>
      <p:sp>
        <p:nvSpPr>
          <p:cNvPr id="4272" name="TextBox 133"/>
          <p:cNvSpPr txBox="1">
            <a:spLocks noChangeArrowheads="1"/>
          </p:cNvSpPr>
          <p:nvPr/>
        </p:nvSpPr>
        <p:spPr bwMode="auto">
          <a:xfrm>
            <a:off x="18997613" y="26517600"/>
            <a:ext cx="2438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Comic Sans MS" panose="030F0702030302020204" pitchFamily="66" charset="0"/>
              </a:rPr>
              <a:t>Conclusions</a:t>
            </a:r>
            <a:endParaRPr lang="en-US" alt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7B8C0E-45B4-E290-BCF3-D011C5A05D5D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78316" y="657528"/>
            <a:ext cx="7703683" cy="3031821"/>
          </a:xfrm>
          <a:prstGeom prst="rect">
            <a:avLst/>
          </a:prstGeom>
          <a:ln/>
        </p:spPr>
      </p:pic>
      <p:sp>
        <p:nvSpPr>
          <p:cNvPr id="4" name="TextBox 133">
            <a:extLst>
              <a:ext uri="{FF2B5EF4-FFF2-40B4-BE49-F238E27FC236}">
                <a16:creationId xmlns:a16="http://schemas.microsoft.com/office/drawing/2014/main" id="{E42F0437-12BA-8F37-91F2-5EC795021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751510"/>
            <a:ext cx="124630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Comic Sans MS" panose="030F0702030302020204" pitchFamily="66" charset="0"/>
              </a:rPr>
              <a:t>Dataset/Model used/Software and hardware requirements  </a:t>
            </a:r>
            <a:endParaRPr lang="en-US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275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275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8376</TotalTime>
  <Words>62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Comic Sans MS</vt:lpstr>
      <vt:lpstr>Georgia</vt:lpstr>
      <vt:lpstr>Tahoma</vt:lpstr>
      <vt:lpstr>Trebuchet MS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india</dc:creator>
  <cp:lastModifiedBy>viswavardhanreddy karna</cp:lastModifiedBy>
  <cp:revision>363</cp:revision>
  <dcterms:created xsi:type="dcterms:W3CDTF">2009-03-15T08:01:24Z</dcterms:created>
  <dcterms:modified xsi:type="dcterms:W3CDTF">2025-05-08T13:54:42Z</dcterms:modified>
</cp:coreProperties>
</file>